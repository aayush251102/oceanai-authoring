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Feminism</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a:t>
            </a:r>
          </a:p>
        </p:txBody>
      </p:sp>
      <p:sp>
        <p:nvSpPr>
          <p:cNvPr id="3" name="Content Placeholder 2"/>
          <p:cNvSpPr>
            <a:spLocks noGrp="1"/>
          </p:cNvSpPr>
          <p:nvPr>
            <p:ph idx="1"/>
          </p:nvPr>
        </p:nvSpPr>
        <p:spPr/>
        <p:txBody>
          <a:bodyPr/>
          <a:lstStyle/>
          <a:p>
            <a:r>
              <a:t>### Introduction to Feminism in Modern India</a:t>
            </a:r>
          </a:p>
          <a:p/>
          <a:p>
            <a:r>
              <a:t>Feminism in modern India represents a dynamic and multifaceted movement that addresses the complex interplay of gender, culture, and socio-economic factors. Rooted in the historical struggle for women's rights, contemporary feminism seeks to challenge and dismantle patriarchal norms that persist across various sectors, including education, employment, and political representation. </a:t>
            </a:r>
          </a:p>
          <a:p/>
          <a:p>
            <a:r>
              <a:t>In recent decades, there has been a notable shift towards increasing awareness and advocacy for gender equality among diverse segments of society. This movement is characterized by the emergence of grassroots organizations, digital activism, and higher levels of participation from young women and men alike. Campaigns addressing issues such as violence against women, reproductive rights, and workplace discrimination reflect a growing recognition of women's empowerment as essential to national development.</a:t>
            </a:r>
          </a:p>
          <a:p/>
          <a:p>
            <a:r>
              <a:t>Despite significant progress, challenges remain, including systemic inequality, cultural stigmas, and legal barriers. The dialogue around feminism continues to evolve, incorporating intersectional perspectives that consider factors such as class, caste, and regional disparities. As India strives to align with global standards of gender equality, the ongoing evolution of feminism will play a critical role in shaping a more inclusive and equitable society.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Background</a:t>
            </a:r>
          </a:p>
        </p:txBody>
      </p:sp>
      <p:sp>
        <p:nvSpPr>
          <p:cNvPr id="3" name="Content Placeholder 2"/>
          <p:cNvSpPr>
            <a:spLocks noGrp="1"/>
          </p:cNvSpPr>
          <p:nvPr>
            <p:ph idx="1"/>
          </p:nvPr>
        </p:nvSpPr>
        <p:spPr/>
        <p:txBody>
          <a:bodyPr/>
          <a:lstStyle/>
          <a:p>
            <a:r>
              <a:t>Feminism in modern India addresses diverse social, economic, and political issues, advocating for women's rights. It emphasizes intersectionality, highlighting challenges faced by marginalized groups while adapting to changing socio-economic dynamics.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Recent trends</a:t>
            </a:r>
          </a:p>
        </p:txBody>
      </p:sp>
      <p:sp>
        <p:nvSpPr>
          <p:cNvPr id="3" name="Content Placeholder 2"/>
          <p:cNvSpPr>
            <a:spLocks noGrp="1"/>
          </p:cNvSpPr>
          <p:nvPr>
            <p:ph idx="1"/>
          </p:nvPr>
        </p:nvSpPr>
        <p:spPr/>
        <p:txBody>
          <a:bodyPr/>
          <a:lstStyle/>
          <a:p>
            <a:r>
              <a:t>### Recent Trends in Feminism in Modern India</a:t>
            </a:r>
          </a:p>
          <a:p/>
          <a:p>
            <a:r>
              <a:t>In recent years, feminism in India has witnessed significant evolution, characterized by increased visibility and activism across diverse sectors. The advent of digital platforms has empowered women, allowing for broader dialogue and mobilization around issues such as gender-based violence, workplace inequality, and reproductive rights. Social media campaigns, exemplified by movements like #MeToo and #HimmatAao, have galvanized public awareness and engagement, prompting vital discussions about consent and safety.</a:t>
            </a:r>
          </a:p>
          <a:p/>
          <a:p>
            <a:r>
              <a:t>Additionally, contemporary feminist movements in India are increasingly intersectional, addressing the needs and concerns of women from various socio-economic backgrounds, castes, and communities. This inclusivity aims to challenge traditional narratives and advocate for policies that reflect a multiplicity of experiences. </a:t>
            </a:r>
          </a:p>
          <a:p/>
          <a:p>
            <a:r>
              <a:t>Prominent legislative efforts, such as the amended Protection of Women from Domestic Violence Act and the Sexual Harassment of Women at Workplace Act, illustrate the state’s response to feminist advocacy, though implementation remains uneven.</a:t>
            </a:r>
          </a:p>
          <a:p/>
          <a:p>
            <a:r>
              <a:t>Moreover, collaborations between grassroots organizations and international bodies have enhanced resource mobilization, creating a more cohesive strategy to combat systemic injustice. As these trends continue to unfold, the landscape of feminism in India remains dynamic, reflecting a commitment to evolving societal norms and equitable gender representation.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 Conclusion</a:t>
            </a:r>
          </a:p>
          <a:p/>
          <a:p>
            <a:r>
              <a:t>In conclusion, feminism in modern India has evolved significantly, reflecting the diverse socio-cultural landscape of the country. Women's movements have made substantial strides in raising awareness about gender equality, advocating for women's rights, and challenging traditional norms. Legislative reforms, such as the Protection of Women from Domestic Violence Act and the Criminal Law (Amendment) Act, demonstrate a commitment to addressing issues of violence and discrimination. However, persistent challenges remain, including deeply rooted patriarchal attitudes, economic disparities, and limited access to education and healthcare.</a:t>
            </a:r>
          </a:p>
          <a:p/>
          <a:p>
            <a:r>
              <a:t>The role of technology and social media cannot be overstated, as they have provided platforms for dialogue and activism, empowering women across the nation. Grassroots organizations and global collaborations have further strengthened the movement, pushing for comprehensive policy changes and social reform.</a:t>
            </a:r>
          </a:p>
          <a:p/>
          <a:p>
            <a:r>
              <a:t>Looking ahead, it is crucial for stakeholders—from government bodies to civil society organizations—to continue investing in women's empowerment initiatives. By fostering an inclusive environment that promotes gender equality, India can unlock the full potential of its population, contributing to sustained economic growth and social development. The path to equality is ongoing, necessitating relentless commitment and collective action from all sectors of society.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